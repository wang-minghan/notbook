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914400" y="-457200"/>
            <a:ext cx="4572000" cy="6400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6B6D4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大模型幻觉问题与知识增强技术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本体约束推理实践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从标准检索增强到领域知识驱动的可信推理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[你的名字]  |  试讲日期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371600"/>
            <a:ext cx="36576" cy="274320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大模型很强大，但还不够可靠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大模型的核心能力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自然语言理解与生成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代码生成与推理分析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知识问答与内容创作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GPT-4 / Qwen 影响各行各业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88720"/>
            <a:ext cx="54864" cy="32918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三大结构性困境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训练数据截止后知识停止更新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模型可能自信地编造事实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Data Access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企业内部知识模型无法获取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(2025): 51% of AI answers had significant issues  |  19% introduced factual errors  |  13% quotes altered or fabricated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一个典型场景：问答中的幻觉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LLM的本质是语言模型，不是知识库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3891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74904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major AI products did AsiaInfo Technologies launch in 2025?"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AsiaInfo Technologies launched the AISWare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in 2025..."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But this may be fabricated — no such product exists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188720"/>
            <a:ext cx="3566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188720"/>
            <a:ext cx="54864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next-token prediction models</a:t>
            </a:r>
            <a:endParaRPr lang="en-US" sz="12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 et al., 2003; Brown et al., 2020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fact-retrieval databases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boundary is fuzzy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Hallucination is inherent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Brown et al. (2020). "Language Models are Few-Shot Learners." NeurIPS 2020.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RAG：检索增强生成的解决思路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 +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从知识库检索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相关文档片段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将检索结果注入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Prompt上下文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554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LLM基于检索内容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生成可靠回答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2286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Lewis et al. (2020). "Retrieval-Augmented Generation." NeurIPS 2020.  |  Neubig, G. (2024). CMU Advanced NLP Lecture 10.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标准RAG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Fusion + Reranking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16459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16459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Retrieval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Karpukhin et al.,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265176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6517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BM25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&amp; Zaragoza, 2009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265176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651760"/>
            <a:ext cx="18288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Cormack et al., 2009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40880" y="2651760"/>
            <a:ext cx="1645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0" y="2651760"/>
            <a:ext cx="16459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Nogueira &amp; Cho, 2019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3840480"/>
            <a:ext cx="36576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 (context-grounded) → Final Answer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3429000"/>
            <a:ext cx="0" cy="3657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Hallucinate With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CS224V — Lam,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issues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introduced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errors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altered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fabricated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91840"/>
            <a:ext cx="25603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Bias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检索内容不相关，反而误导LLM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29184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329184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Domain Constraint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推理路径完全不受控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29184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缺少校验回答是否符合领域事实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LLM reasoning controllable, interpretable, and verifiable?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我的实践：本体驱动的约束推理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Ontology-Constrained Reasoning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Validation Layer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29260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Validity Check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Path Pruning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29260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Whitelist Filter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Pass / Prune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188720"/>
            <a:ext cx="4297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7373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gives LLMs more text context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constraint enforces LLMs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follow validated reasoning paths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Stanford CS224V 理念一致：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"Computational Thinking + LLM"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LLMs with algorithms,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representation, decomposition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Gruber (1993); Guarino et al. (2009); Semnani et al. (2023) WikiChat — 97% accuracy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系统架构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编排 · 五 Agent 协作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8016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28016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128016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371600"/>
            <a:ext cx="128016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371600"/>
            <a:ext cx="128016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137160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432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query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256032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94560" y="25603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27432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+ BM25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256032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0" y="2560320"/>
            <a:ext cx="1371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27432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entities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ontology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56032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5603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7432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2560320"/>
            <a:ext cx="1371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06640" y="2560320"/>
            <a:ext cx="1371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27432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triple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Qwen | LoRA | vLLM | LangGraph | Neo4j | BGE | Elasticsearch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效果数据与对比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Ontology-RAG vs. Standard RAG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Ontology-RAG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检索准确率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improved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推理一致性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traceable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幻觉抑制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Systematically reduced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可解释性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领域适应性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Knowledge-customizable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&gt;95% across multiple engineering datasets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✅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advantage over standard RAG in accuracy &amp; reasoning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not inherently unreliable — they need domain knowledge to constrain their reasoning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4688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is inherent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next-token predictors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(Brown et al., 2020), not fact databases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2860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2468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helps, but insufficient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RAG, 51% error rate persists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(BBC, 2025; CS224V)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2860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468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5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is the next step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reasoning interpretable,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prunable, and verifiable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replacing physical simulation → Ontology constraining LLM reasoning: embedding domain knowledge into model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in Knowledge-Grounded LLMs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+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自主判断何时需要检索，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动态决策检索时机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et al., 2023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56032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在知识图谱上进行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细粒度结构化检索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et al., 2024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Reasoning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每条推理路径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均可审计和追溯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CS224V (Lam, 2025)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RAG to knowledge-constrained reasoning — making AI both knowledgeable and rule-abiding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B6D4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make LLMs reliable is not to make them larger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to give them the right knowledge and the right constraints."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参考文献详见讲义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大模型幻觉问题与知识增强技术——RAG + 本体约束推理实践</dc:title>
  <dc:subject>PptxGenJS Presentation</dc:subject>
  <dc:creator>Your Name</dc:creator>
  <cp:lastModifiedBy>Your Name</cp:lastModifiedBy>
  <cp:revision>1</cp:revision>
  <dcterms:created xsi:type="dcterms:W3CDTF">2026-06-30T14:05:34Z</dcterms:created>
  <dcterms:modified xsi:type="dcterms:W3CDTF">2026-06-30T14:05:34Z</dcterms:modified>
</cp:coreProperties>
</file>