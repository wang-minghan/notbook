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381125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714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381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096250" y="285750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429250" y="43338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Rectangle 40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190625" y="26193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66712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42937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334375" y="28098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810250" y="4429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Rectangle 8"/>
              <p:cNvSpPr/>
              <p:nvPr/>
            </p:nvSpPr>
            <p:spPr>
              <a:xfrm>
                <a:off x="8572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Rectangle 14"/>
              <p:cNvSpPr/>
              <p:nvPr/>
            </p:nvSpPr>
            <p:spPr>
              <a:xfrm>
                <a:off x="3714750" y="257175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94297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Rectangle 33"/>
              <p:cNvSpPr/>
              <p:nvPr/>
            </p:nvSpPr>
            <p:spPr>
              <a:xfrm>
                <a:off x="4000500" y="4810125"/>
                <a:ext cx="21907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Rectangle 39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Rectangle 8"/>
            <p:cNvSpPr/>
            <p:nvPr/>
          </p:nvSpPr>
          <p:spPr>
            <a:xfrm>
              <a:off x="571500" y="1952625"/>
              <a:ext cx="6572250" cy="3524250"/>
            </a:xfrm>
            <a:prstGeom prst="roundRect">
              <a:avLst>
                <a:gd name="adj" fmla="val 5946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Rectangle 11"/>
              <p:cNvSpPr/>
              <p:nvPr/>
            </p:nvSpPr>
            <p:spPr>
              <a:xfrm>
                <a:off x="1000125" y="3143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2714625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4572000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3810000" y="4095750"/>
                <a:ext cx="18097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72375" y="1952625"/>
              <a:ext cx="4048125" cy="3524250"/>
            </a:xfrm>
            <a:prstGeom prst="roundRect">
              <a:avLst>
                <a:gd name="adj" fmla="val 5946"/>
              </a:avLst>
            </a:pr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8549" t="0" r="8549" b="0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71700"/>
            <a:ext cx="2476500" cy="1809750"/>
          </a:xfrm>
          <a:prstGeom prst="roundRect">
            <a:avLst>
              <a:gd name="adj" fmla="val 9474"/>
            </a:avLst>
          </a:pr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4095750" y="2095500"/>
            <a:ext cx="3048000" cy="1952625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38100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8001000" y="2171700"/>
            <a:ext cx="2857500" cy="1809750"/>
          </a:xfrm>
          <a:prstGeom prst="roundRect">
            <a:avLst>
              <a:gd name="adj" fmla="val 9474"/>
            </a:avLst>
          </a:pr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286375"/>
            <a:ext cx="10096500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3812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4767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5722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6677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Rectangle 9"/>
            <p:cNvSpPr/>
            <p:nvPr/>
          </p:nvSpPr>
          <p:spPr>
            <a:xfrm>
              <a:off x="1381125" y="2714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714750" y="204787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86375" y="3476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0" y="204787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91625" y="2714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8810625" y="4476750"/>
            <a:ext cx="2381250" cy="952500"/>
          </a:xfrm>
          <a:prstGeom prst="roundRect">
            <a:avLst>
              <a:gd name="adj" fmla="val 16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Rectangle 29"/>
          <p:cNvSpPr/>
          <p:nvPr/>
        </p:nvSpPr>
        <p:spPr>
          <a:xfrm>
            <a:off x="666750" y="5572125"/>
            <a:ext cx="104775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9525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8100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334500" y="2000250"/>
            <a:ext cx="200025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Rectangle 10"/>
            <p:cNvSpPr/>
            <p:nvPr/>
          </p:nvSpPr>
          <p:spPr>
            <a:xfrm>
              <a:off x="952500" y="45243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39528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33813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81750" y="28098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857250" y="5429250"/>
            <a:ext cx="74295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0" y="2476500"/>
            <a:ext cx="2571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2476500"/>
            <a:ext cx="2571750" cy="1047750"/>
          </a:xfrm>
          <a:prstGeom prst="roundRect">
            <a:avLst>
              <a:gd name="adj" fmla="val 1454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4857750" y="2190750"/>
            <a:ext cx="2952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286375" y="2857500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5286375" y="3476625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Rectangle 23"/>
          <p:cNvSpPr/>
          <p:nvPr/>
        </p:nvSpPr>
        <p:spPr>
          <a:xfrm>
            <a:off x="5286375" y="4095750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190750"/>
            <a:ext cx="2762250" cy="2381250"/>
          </a:xfrm>
          <a:prstGeom prst="roundRect">
            <a:avLst>
              <a:gd name="adj" fmla="val 7200"/>
            </a:avLst>
          </a:pr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5619750"/>
            <a:ext cx="105727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Rectangle 11"/>
            <p:cNvSpPr/>
            <p:nvPr/>
          </p:nvSpPr>
          <p:spPr>
            <a:xfrm>
              <a:off x="952500" y="2095500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953500" y="2095500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4333875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53500" y="4333875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5905500"/>
            <a:ext cx="3429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68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 RACI 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先用关键事项校准责任，再扩展到完整矩阵（示例，最终以正式授权为准）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952625"/>
            <a:ext cx="7905750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71500" y="1952625"/>
            <a:ext cx="7905750" cy="495300"/>
            <a:chOff x="571500" y="1952625"/>
            <a:chExt cx="7905750" cy="495300"/>
          </a:xfrm>
        </p:grpSpPr>
        <p:sp>
          <p:nvSpPr>
            <p:cNvPr id="9" name="Rectangle 9"/>
            <p:cNvSpPr/>
            <p:nvPr/>
          </p:nvSpPr>
          <p:spPr>
            <a:xfrm>
              <a:off x="571500" y="1952625"/>
              <a:ext cx="7905750" cy="4953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745" y="21455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关键事项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866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1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技术/工程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58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品质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83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生产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16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采购/仓储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91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管理层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952625"/>
            <a:ext cx="7905750" cy="3429000"/>
            <a:chOff x="571500" y="1952625"/>
            <a:chExt cx="7905750" cy="3429000"/>
          </a:xfrm>
        </p:grpSpPr>
        <p:sp>
          <p:nvSpPr>
            <p:cNvPr id="18" name="Line 18"/>
            <p:cNvSpPr/>
            <p:nvPr/>
          </p:nvSpPr>
          <p:spPr>
            <a:xfrm>
              <a:off x="571500" y="24479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29337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341947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390525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71500" y="43910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71500" y="48768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38125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04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000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953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905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85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041" y="2639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41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技术变更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041" y="3610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采购验收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041" y="409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41" y="4582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客诉关闭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041" y="5068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付款批准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71750" y="2571750"/>
            <a:ext cx="4953000" cy="2724531"/>
            <a:chOff x="2571750" y="2571750"/>
            <a:chExt cx="4953000" cy="2724531"/>
          </a:xfrm>
        </p:grpSpPr>
        <p:sp>
          <p:nvSpPr>
            <p:cNvPr id="37" name="Rectangle 37"/>
            <p:cNvSpPr/>
            <p:nvPr/>
          </p:nvSpPr>
          <p:spPr>
            <a:xfrm>
              <a:off x="25717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06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1432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783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957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0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532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0771" y="263271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43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78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957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308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48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3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53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10771" y="311848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00750" y="354330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58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53250" y="354330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883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048250" y="402907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833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095750" y="402907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308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095750" y="45148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230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333750" y="45148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468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43750" y="50006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88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191250" y="50006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63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8858250" y="1952625"/>
            <a:ext cx="2571750" cy="3429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564795" y="2187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三条使用规则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85910" y="2736056"/>
            <a:ext cx="2291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· 每行一个最终负责/批准主体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5910" y="3307556"/>
            <a:ext cx="1403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· 对执行结果负责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5910" y="3879056"/>
            <a:ext cx="22037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/ I · 参与或知会，不能替代A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191625" y="4524375"/>
            <a:ext cx="1905000" cy="457200"/>
          </a:xfrm>
          <a:prstGeom prst="roundRect">
            <a:avLst>
              <a:gd name="adj" fmla="val 25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396698" y="46967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待确认：最终授权边界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66166" y="6077902"/>
            <a:ext cx="62956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图例：A＝Accountable 最终负责/批准 R＝Responsible 执行 C＝Consulted 征询 I＝Informed 知会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6738" y="647509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示例矩阵仅用于校准责任逻辑，不代表公司已正式发布的授权文件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2026-10-08T05:05:13Z</dcterms:created>
  <dcterms:modified xsi:type="dcterms:W3CDTF">2026-10-08T05:05:13Z</dcterms:modified>
  <cp:category/>
  <cp:contentStatus/>
</cp:coreProperties>
</file>