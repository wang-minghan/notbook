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b747e5a95aec65d.sv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公司治理与部门协同管理体系｜V2.0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Rectangle 11"/>
            <p:cNvSpPr/>
            <p:nvPr/>
          </p:nvSpPr>
          <p:spPr>
            <a:xfrm>
              <a:off x="2286000" y="19526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2286000" y="319087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Rectangle 19"/>
            <p:cNvSpPr/>
            <p:nvPr/>
          </p:nvSpPr>
          <p:spPr>
            <a:xfrm>
              <a:off x="2286000" y="44291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组织图表达责任传递，不把岗位名单误当成治理机制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429000" y="2571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2667000" y="0"/>
                </a:moveTo>
                <a:lnTo>
                  <a:pt x="2667000" y="476250"/>
                </a:lnTo>
                <a:moveTo>
                  <a:pt x="0" y="1143000"/>
                </a:moveTo>
                <a:lnTo>
                  <a:pt x="0" y="1524000"/>
                </a:lnTo>
                <a:moveTo>
                  <a:pt x="2667000" y="1143000"/>
                </a:moveTo>
                <a:lnTo>
                  <a:pt x="2667000" y="1524000"/>
                </a:lnTo>
                <a:moveTo>
                  <a:pt x="5334000" y="1143000"/>
                </a:moveTo>
                <a:lnTo>
                  <a:pt x="5334000" y="15240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4572000" y="1952625"/>
            <a:ext cx="3048000" cy="685800"/>
            <a:chOff x="4572000" y="1952625"/>
            <a:chExt cx="3048000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572000" y="1952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71201" y="2125028"/>
              <a:ext cx="1049598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治理与重大决策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74860" y="2306479"/>
              <a:ext cx="2242280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最高管理层（待确认）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2907" y="3095625"/>
            <a:ext cx="3166186" cy="685800"/>
            <a:chOff x="4512907" y="3095625"/>
            <a:chExt cx="3166186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572000" y="3095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422783" y="3258502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经营统筹与资源配置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2907" y="3449479"/>
              <a:ext cx="3166186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总经理 / 经营负责人（待确认）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333875"/>
            <a:ext cx="2857500" cy="847439"/>
            <a:chOff x="11430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11430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22695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职能管理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72194" y="4714875"/>
              <a:ext cx="2199113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营运 / 采购 / 行政财务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643" y="4990624"/>
              <a:ext cx="1716214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承接制度、资源和跨部门接口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67250" y="4333875"/>
            <a:ext cx="2857500" cy="847439"/>
            <a:chOff x="466725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466725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579382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0385" y="4714875"/>
              <a:ext cx="153122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品质 / 技术工程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2266" y="4990624"/>
              <a:ext cx="184746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专业结论、风险识别和放行建议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333875"/>
            <a:ext cx="2857500" cy="847439"/>
            <a:chOff x="81915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81915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3180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现场执行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2720" y="4714875"/>
              <a:ext cx="1775060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生产 / 仓储 / 物流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27770" y="4990624"/>
              <a:ext cx="158496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按受控版本执行并反馈记录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143000" y="5810250"/>
            <a:ext cx="9906000" cy="45720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50522" y="5966460"/>
            <a:ext cx="54909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责任向下承接 · 风险向上升级 · 组织名称与最终权限以正式授权文件为准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94145"/>
            <a:ext cx="34201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实线＝责任传递 虚线＝信息反馈 黄色/橙色＝待确认或授权事项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00250"/>
            <a:ext cx="7239000" cy="3333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00250"/>
            <a:ext cx="7239000" cy="552450"/>
          </a:xfrm>
          <a:prstGeom prst="roundRect">
            <a:avLst>
              <a:gd name="adj" fmla="val 24138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20033" y="221361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53125" y="2762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05375" y="3333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05375" y="3905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00875" y="4476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8667750" y="2000250"/>
            <a:ext cx="2667000" cy="3333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发现冲突</a:t>
            </a:r>
          </a:p>
        </p:txBody>
      </p:sp>
      <p:sp>
        <p:nvSpPr>
          <p:cNvPr id="12" name="Line 12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9010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暂停越权动作</a:t>
            </a:r>
          </a:p>
        </p:txBody>
      </p:sp>
      <p:sp>
        <p:nvSpPr>
          <p:cNvPr id="16" name="Line 16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106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提交授权人</a:t>
            </a:r>
          </a:p>
        </p:txBody>
      </p:sp>
      <p:sp>
        <p:nvSpPr>
          <p:cNvPr id="20" name="Line 20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312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形成决定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27737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更新责任和记录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65139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0" y="457200"/>
              <a:ext cx="1524000" cy="4000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954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2098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8265" y="2402681"/>
              <a:ext cx="32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7241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32385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7528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000250" y="1781175"/>
                <a:ext cx="8572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Rectangle 38"/>
              <p:cNvSpPr/>
              <p:nvPr/>
            </p:nvSpPr>
            <p:spPr>
              <a:xfrm>
                <a:off x="3333750" y="22955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Rectangle 41"/>
              <p:cNvSpPr/>
              <p:nvPr/>
            </p:nvSpPr>
            <p:spPr>
              <a:xfrm>
                <a:off x="485775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Rectangle 44"/>
              <p:cNvSpPr/>
              <p:nvPr/>
            </p:nvSpPr>
            <p:spPr>
              <a:xfrm>
                <a:off x="6381750" y="33242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905750" y="38385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Rectangle 50"/>
              <p:cNvSpPr/>
              <p:nvPr/>
            </p:nvSpPr>
            <p:spPr>
              <a:xfrm>
                <a:off x="952500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11144250" y="1781175"/>
                <a:ext cx="285750" cy="342900"/>
              </a:xfrm>
              <a:prstGeom prst="roundRect">
                <a:avLst>
                  <a:gd name="adj" fmla="val 30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Rectangle 66"/>
            <p:cNvSpPr/>
            <p:nvPr/>
          </p:nvSpPr>
          <p:spPr>
            <a:xfrm>
              <a:off x="571500" y="5619750"/>
              <a:ext cx="10858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381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0005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6197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2390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58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口头变化必须转化为受控的评审、批准和版本更新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需求登记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影响评估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352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批准/拒绝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更新版本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旧版隔离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验证关闭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产能确认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83186" y="2752725"/>
            <a:ext cx="1520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材料/模具/设备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23854" y="30003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任务发布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进度反馈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交付风险升级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15074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采购到付款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需求、验收、入库、对账和付款形成相互制约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需求部门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352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品质/技术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仓储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授权批准人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7620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28575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4953000" y="2381250"/>
              <a:ext cx="2286000" cy="971550"/>
            </a:xfrm>
            <a:prstGeom prst="roundRect">
              <a:avLst>
                <a:gd name="adj" fmla="val 13725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10001250" y="2476500"/>
              <a:ext cx="142875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2190750" y="4762500"/>
            <a:ext cx="3048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4762500"/>
            <a:ext cx="3429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需求/异常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058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方案与资源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完成后验证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24051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恢复使用批准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履历更新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部门协同的最小单元是完整输入和可验证输出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输入完整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责任明确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期限清楚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状态可见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输出可验证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异常可升级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承诺、图纸、制度和流程必须对应到受控版本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起草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评审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发布培训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27868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复审修订/作废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记录证明谁在何时依据什么作出什么结果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审核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编码归档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权限保存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检索借阅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到期处置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治理只规定能力、授权、替代和离岗回收，不展开招聘SOP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培训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上岗授权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权限维护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77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复训/调岗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离职交接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最小权限、使用留痕和离岗回收保护客户与公司资料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资料分级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权限申请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审批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使用留痕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回收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0162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泄露上报与复盘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会议以决定、责任、期限和关闭证据为完成标准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数据输入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议题筛选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管理决策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564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责任/期限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跟踪验证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1047750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048125" y="185737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7191375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048125" y="423862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906000" y="2190750"/>
            <a:ext cx="1428750" cy="2571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59252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技术变更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采购验收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客诉关闭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付款批准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76200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6200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524375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524375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828675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828675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1619250" y="5000625"/>
            <a:ext cx="8953500" cy="5524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2026-10-07T15:22:00Z</dcterms:created>
  <dcterms:modified xsi:type="dcterms:W3CDTF">2026-10-07T15:22:00Z</dcterms:modified>
  <cp:category/>
  <cp:contentStatus/>
</cp:coreProperties>
</file>