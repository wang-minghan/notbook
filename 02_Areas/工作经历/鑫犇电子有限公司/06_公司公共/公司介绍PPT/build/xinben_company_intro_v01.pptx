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any_hero_v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6C2C9"/>
                </a:solidFill>
                <a:latin typeface="Microsoft YaHei"/>
              </a:defRPr>
            </a:pPr>
            <a:r>
              <a:t>XINBEN ELECTRONICS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鑫犇电子有限公司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4DF"/>
                </a:solidFill>
                <a:latin typeface="Microsoft YaHei"/>
              </a:defRPr>
            </a:pPr>
            <a:r>
              <a:t>精密金属零件与冲压制造能力介绍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面向产品、工程、制造与品质协同的</a:t>
            </a:r>
            <a:br/>
            <a:r>
              <a:t>制造能力底稿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80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6C453"/>
                </a:solidFill>
                <a:latin typeface="Microsoft YaHei"/>
              </a:defRPr>
            </a:pPr>
            <a:r>
              <a:t>AI 生成概念视觉，不代表真实工厂或设备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5C2D0"/>
                </a:solidFill>
                <a:latin typeface="Microsoft YaHei"/>
              </a:defRPr>
            </a:pPr>
            <a:r>
              <a:t>对外介绍草案｜正式公司名称与定位待确认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6C2C9"/>
                </a:solidFill>
                <a:latin typeface="Microsoft YaHei"/>
              </a:defRPr>
            </a:pPr>
            <a:r>
              <a:t>02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我们是谁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4DF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以产品、工程、制造、品质四条线理解公司能力。</a:t>
            </a:r>
            <a:br/>
            <a:r>
              <a:t>正式对外定位：待确认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5C2D0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03 /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产品与应用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机壳、磁性/结构件、制动片及配套零件。</a:t>
            </a:r>
            <a:br/>
            <a:r>
              <a:t>公开产品范围：待确认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04 /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材料与版本管理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客户版本 → 图纸 → 材料 → 单重 → 检验</a:t>
            </a:r>
            <a:br/>
            <a:r>
              <a:t>敏感客户信息不在本版展示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6C2C9"/>
                </a:solidFill>
                <a:latin typeface="Microsoft YaHei"/>
              </a:defRPr>
            </a:pPr>
            <a:r>
              <a:t>05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模具与工程技术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4DF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模具、工程技术、生产与品质共同支撑交付。</a:t>
            </a:r>
            <a:br/>
            <a:r>
              <a:t>量产能力证据：待补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5C2D0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06 /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订单到交付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需求评审 → 工程准备 → 生产 → 质量 → 交付</a:t>
            </a:r>
            <a:br/>
            <a:r>
              <a:t>责任与周期：待确认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07 /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质量控制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图纸、材料、关键尺寸、外观、表面处理、单重与异常闭环。</a:t>
            </a:r>
            <a:br/>
            <a:r>
              <a:t>指标：待确认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6C2C9"/>
                </a:solidFill>
                <a:latin typeface="Microsoft YaHei"/>
              </a:defRPr>
            </a:pPr>
            <a:r>
              <a:t>08 /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产品一致性与追溯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4DF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图纸版本、材料批次、产品编码、检验记录</a:t>
            </a:r>
            <a:br/>
            <a:r>
              <a:t>真实脱敏样例：待补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5C2D0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09 /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现场能力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工厂、设备、模具、检验现场</a:t>
            </a:r>
            <a:br/>
            <a:r>
              <a:t>待补实拍｜不以AI图替代事实照片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10 / COOPERATION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合作方式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需求评审 → 试制 → 量产 → 交付</a:t>
            </a:r>
            <a:br/>
            <a:r>
              <a:t>合作周期与承诺：待确认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6C2C9"/>
                </a:solidFill>
                <a:latin typeface="Microsoft YaHei"/>
              </a:defRPr>
            </a:pPr>
            <a:r>
              <a:t>11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能力扩展方向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4DF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仅展示已确认的建设事项。</a:t>
            </a:r>
            <a:br/>
            <a:r>
              <a:t>现状/建设中/拟建立：待确认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5C2D0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12 /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合作入口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26173"/>
                </a:solidFill>
                <a:latin typeface="Microsoft YaHei"/>
              </a:defRPr>
            </a:pPr>
            <a:r>
              <a:t>单页唯一结论与证据边界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核心判断</a:t>
            </a:r>
            <a:br/>
            <a:br/>
            <a:r>
              <a:t>正式公司全称、地址、电话、邮箱、二维码</a:t>
            </a:r>
            <a:br/>
            <a:r>
              <a:t>全部待确认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016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资料边界</a:t>
            </a:r>
            <a:br/>
            <a:br/>
            <a:r>
              <a:t>资料依据：OneDrive 公司资料</a:t>
            </a:r>
            <a:br/>
            <a:r>
              <a:t>未确认信息保持待确认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3672" y="1874519"/>
            <a:ext cx="352348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2D3D"/>
                </a:solidFill>
                <a:latin typeface="Microsoft YaHei"/>
              </a:defRPr>
            </a:pPr>
            <a:r>
              <a:t>下一步</a:t>
            </a:r>
            <a:br/>
            <a:br/>
            <a:r>
              <a:t>补齐公开事实、实拍素材与联系方式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A97A8"/>
                </a:solidFill>
                <a:latin typeface="Microsoft YaHei"/>
              </a:defRPr>
            </a:pPr>
            <a:r>
              <a:t>资料依据：公司事实底稿、产品信息总览、组织与职责矩阵｜草案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