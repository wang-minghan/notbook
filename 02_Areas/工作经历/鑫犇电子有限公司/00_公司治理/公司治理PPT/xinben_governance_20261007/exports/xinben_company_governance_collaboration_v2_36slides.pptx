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b747e5a95aec65d.sv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公司治理与部门协同管理体系｜V2.0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把治理要求逐层落到部门责任、流程和证据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352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治理层：方向、权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9537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责、授权、风险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7774" y="27527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协同层：订单、采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3787" y="30003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购、品质、交付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4424" y="2752725"/>
            <a:ext cx="17066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执行层：制度、S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42428" y="3000375"/>
            <a:ext cx="165064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OP、表单、台账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组织图必须表达责任传递，不只是岗位名单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最高管理层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49655" y="2752725"/>
            <a:ext cx="1616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总经理/经营负责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4404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</a:t>
            </a:r>
          </a:p>
        </p:txBody>
      </p:sp>
      <p:sp>
        <p:nvSpPr>
          <p:cNvPr id="17" name="Line 17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职能部门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现场执行单元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69641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0545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一项事项只能有一个A，不能用“大家负责”替代授权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6331" y="2752725"/>
            <a:ext cx="16058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A：批准/结果负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5617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</a:t>
            </a:r>
          </a:p>
        </p:txBody>
      </p:sp>
      <p:sp>
        <p:nvSpPr>
          <p:cNvPr id="13" name="Line 13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28530" y="2752725"/>
            <a:ext cx="8105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R：执行</a:t>
            </a:r>
          </a:p>
        </p:txBody>
      </p:sp>
      <p:sp>
        <p:nvSpPr>
          <p:cNvPr id="17" name="Line 17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19052" y="2752725"/>
            <a:ext cx="12585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C：事前咨询</a:t>
            </a:r>
          </a:p>
        </p:txBody>
      </p:sp>
      <p:sp>
        <p:nvSpPr>
          <p:cNvPr id="21" name="Line 21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61606" y="2752725"/>
            <a:ext cx="12025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I：结果知会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397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冲突时升级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发现冲突</a:t>
            </a:r>
          </a:p>
        </p:txBody>
      </p:sp>
      <p:sp>
        <p:nvSpPr>
          <p:cNvPr id="12" name="Line 12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9010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暂停越权动作</a:t>
            </a:r>
          </a:p>
        </p:txBody>
      </p:sp>
      <p:sp>
        <p:nvSpPr>
          <p:cNvPr id="16" name="Line 16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106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提交授权人</a:t>
            </a:r>
          </a:p>
        </p:txBody>
      </p:sp>
      <p:sp>
        <p:nvSpPr>
          <p:cNvPr id="20" name="Line 20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312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形成决定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27737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更新责任和记录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订单到交付总流程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客户承诺必须建立在跨部门共同确认上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客户/业务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营运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564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技术/品质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77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采购/仓储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授权管理层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口头变化必须转化为受控的评审、批准和版本更新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需求登记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影响评估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352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批准/拒绝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更新版本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旧版隔离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验证关闭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产能确认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83186" y="2752725"/>
            <a:ext cx="1520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材料/模具/设备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23854" y="30003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任务发布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进度反馈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交付风险升级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15074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采购到付款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需求、验收、入库、对账和付款形成相互制约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需求部门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352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品质/技术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仓储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授权批准人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异常先隔离和判断，不能以交期压力代替质量授权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隔离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55912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调查与临时措施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验证关闭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8668" y="2752725"/>
            <a:ext cx="10011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需��/异常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058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方案与资源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完成后验证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24051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恢复使用批准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履历更新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部门协同的最小单元是完整输入和可验证输出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输入完整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责任明确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期限清楚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状态可见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输出可验证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异常可升级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承诺、图纸、制度和流程必须对应到受控版本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起草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评审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发布培训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27868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复审修订/作废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记录证明谁在何时依据什么作出什么结果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审核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编码归档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权限保存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检索借阅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到期处置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治理只规定能力、授权、替代和离岗回收，不展开招聘SOP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培训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上岗授权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权限维护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77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复训/调岗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离职交接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最小权限、使用留痕和离岗回收保护客户与公司资料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资料分级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权限申请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审批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使用留痕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回收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0162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泄露上报与复盘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会议以决定、责任、期限和关闭证据为完成标准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数据输入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议题筛选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管理决策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564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责任/期限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跟踪验证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80842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文件的价值是减少重复问题并提升过程能力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905000" y="2286000"/>
            <a:ext cx="3048000" cy="952500"/>
          </a:xfrm>
          <a:custGeom>
            <a:avLst/>
            <a:gdLst/>
            <a:ahLst/>
            <a:cxnLst/>
            <a:rect l="l" t="t" r="r" b="b"/>
            <a:pathLst>
              <a:path w="3048000" h="952500">
                <a:moveTo>
                  <a:pt x="0" y="952500"/>
                </a:moveTo>
                <a:lnTo>
                  <a:pt x="3048000" y="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952500" y="28098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50162" y="3028950"/>
            <a:ext cx="150967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Plan：目标风险</a:t>
            </a:r>
          </a:p>
        </p:txBody>
      </p:sp>
      <p:sp>
        <p:nvSpPr>
          <p:cNvPr id="11" name="Line 11"/>
          <p:cNvSpPr/>
          <p:nvPr/>
        </p:nvSpPr>
        <p:spPr>
          <a:xfrm>
            <a:off x="4953000" y="2286000"/>
            <a:ext cx="3048000" cy="952500"/>
          </a:xfrm>
          <a:custGeom>
            <a:avLst/>
            <a:gdLst/>
            <a:ahLst/>
            <a:cxnLst/>
            <a:rect l="l" t="t" r="r" b="b"/>
            <a:pathLst>
              <a:path w="3048000" h="952500">
                <a:moveTo>
                  <a:pt x="0" y="0"/>
                </a:moveTo>
                <a:lnTo>
                  <a:pt x="3048000" y="95250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000500" y="18573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280397" y="2076450"/>
            <a:ext cx="13452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Do：执行记录</a:t>
            </a:r>
          </a:p>
        </p:txBody>
      </p:sp>
      <p:sp>
        <p:nvSpPr>
          <p:cNvPr id="14" name="Line 14"/>
          <p:cNvSpPr/>
          <p:nvPr/>
        </p:nvSpPr>
        <p:spPr>
          <a:xfrm>
            <a:off x="4953000" y="3238500"/>
            <a:ext cx="3048000" cy="1238250"/>
          </a:xfrm>
          <a:custGeom>
            <a:avLst/>
            <a:gdLst/>
            <a:ahLst/>
            <a:cxnLst/>
            <a:rect l="l" t="t" r="r" b="b"/>
            <a:pathLst>
              <a:path w="3048000" h="1238250">
                <a:moveTo>
                  <a:pt x="3048000" y="0"/>
                </a:moveTo>
                <a:lnTo>
                  <a:pt x="0" y="123825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048500" y="280987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162476" y="3028950"/>
            <a:ext cx="16770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Check：数据审核</a:t>
            </a:r>
          </a:p>
        </p:txBody>
      </p:sp>
      <p:sp>
        <p:nvSpPr>
          <p:cNvPr id="17" name="Line 17"/>
          <p:cNvSpPr/>
          <p:nvPr/>
        </p:nvSpPr>
        <p:spPr>
          <a:xfrm>
            <a:off x="1905000" y="3238500"/>
            <a:ext cx="3048000" cy="1238250"/>
          </a:xfrm>
          <a:custGeom>
            <a:avLst/>
            <a:gdLst/>
            <a:ahLst/>
            <a:cxnLst/>
            <a:rect l="l" t="t" r="r" b="b"/>
            <a:pathLst>
              <a:path w="3048000" h="1238250">
                <a:moveTo>
                  <a:pt x="3048000" y="1238250"/>
                </a:moveTo>
                <a:lnTo>
                  <a:pt x="0" y="0"/>
                </a:lnTo>
              </a:path>
            </a:pathLst>
          </a:custGeom>
          <a:noFill/>
          <a:ln w="47625">
            <a:solidFill>
              <a:srgbClr val="1C9C8C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000500" y="4048125"/>
            <a:ext cx="19050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119077" y="4267200"/>
            <a:ext cx="16678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Act：纠正标准化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05490" y="3090862"/>
            <a:ext cx="129501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59252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技术变更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采购验收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客诉关闭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付款批准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61720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4348" y="2752725"/>
            <a:ext cx="13298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0—30天：确认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590" y="30003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主数据</a:t>
            </a:r>
          </a:p>
        </p:txBody>
      </p:sp>
      <p:sp>
        <p:nvSpPr>
          <p:cNvPr id="13" name="Line 13"/>
          <p:cNvSpPr/>
          <p:nvPr/>
        </p:nvSpPr>
        <p:spPr>
          <a:xfrm>
            <a:off x="5191125" y="2514600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2630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31—60天：试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11827" y="30003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运行流程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50554" y="2752725"/>
            <a:ext cx="12343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61—90天：复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30064" y="300037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盘内审固化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2026-10-07T13:12:14Z</dcterms:created>
  <dcterms:modified xsi:type="dcterms:W3CDTF">2026-10-07T13:12:14Z</dcterms:modified>
  <cp:category/>
  <cp:contentStatus/>
</cp:coreProperties>
</file>