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914400" y="-457200"/>
            <a:ext cx="4572000" cy="6400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6B6D4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大模型幻觉问题与知识增强技术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从检索到约束：让AI学会"守规矩"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基于RAG + 本体的可信推理实践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[你的名字]  |  试讲日期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大模型很强大，但你真的能信它吗？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2926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确实厉害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能聊天、能写代码、能帮你写论文提纲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Qwen 已渗透到各行各业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能力确实让人惊叹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88720"/>
            <a:ext cx="54864" cy="29260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三大天生缺陷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4920" y="17830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知识截止 (Knowledge Cutoff)</a:t>
            </a:r>
            <a:endParaRPr lang="en-US" sz="12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学到的知识停在训练那天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凭空编造 (Hallucination / 幻觉)</a:t>
            </a:r>
            <a:endParaRPr lang="en-US" sz="12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用最自信的语气说最假的话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看不到你的数据</a:t>
            </a:r>
            <a:endParaRPr lang="en-US" sz="12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企业内部知识库模型一无所知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BBC 2025年大规模测试 → AI内容中 51% 存在严重问题 · 19% 引用错误 · 13% 引文编造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明明在胡说，语气却那么坚定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实测演示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3749040" cy="2468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问：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"亚信科技2025年发布了什么AI产品？"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AI答：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"亚信科技在2025年推出了AISWare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平台，基于深度学习实现..."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但实际上这个产品根本不存在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54864" cy="3291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根本原因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7830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大模型本质上是个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"猜词游戏"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根据上文预测下一个最可能的词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（Next-token Prediction）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它不是数据库查事实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幻觉是基因里带的，不是bug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et al., 2020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RAG的思路很简单——别让它裸考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· 检索增强生成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从知识库找出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相关文档片段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03320" y="27432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检索结果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注入提示词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5544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27432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LLM基于材料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给出回答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076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(2020). Retrieval-Augmented Generation. NeurIPS 2020.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标准RAG是怎么工作的？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双路检索 → 融合排序 → 精排 → 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201168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双路检索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0" y="1371600"/>
            <a:ext cx="182880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融合精排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371600"/>
            <a:ext cx="146304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LLM生成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194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219456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6974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Retrieval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语义检索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1546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Karpukhin et al.,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26080" y="2651760"/>
            <a:ext cx="2194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0" y="2651760"/>
            <a:ext cx="21945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26974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BM25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关键词检索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35808" y="31546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&amp; Zaragoza, 2009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2651760"/>
            <a:ext cx="1828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94960" y="26517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5504688" y="26974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+ Cross-Encoder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融合排序 + 精排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3154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Cormack 2009 / Nogueira 2019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716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写入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等等——用了RAG还是不行？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CS224V 数据 · Lam,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AI回答有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42900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引用事实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是错的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引文是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编造的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2560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26080"/>
            <a:ext cx="25603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搜错了跟着错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Bias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召回内容不相关，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AI只会错得更离谱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2926080"/>
            <a:ext cx="2560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292608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没有'规矩'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推理路径完全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2926080"/>
            <a:ext cx="25603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2926080"/>
            <a:ext cx="25603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没人查作业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不会校验回答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到底对不对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怎么让大模型推理变得可控、可解释、可验证？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我的做法：给AI画一条'合理的路'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Ontology-Constrained Reasoning · 本体约束推理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本体校验层 (Ontology Validation Layer)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LLM 原始输出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实体校验——你说的东西存在吗？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关系裁剪——它们真有关系吗？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白名单过滤——专家审过的才能过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通过 → 输出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023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可信输出 (Trustworthy Output)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核心差异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3657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737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RAG 的做法：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给AI更多参考材料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3657600" cy="640080"/>
          </a:xfrm>
          <a:prstGeom prst="rect">
            <a:avLst/>
          </a:prstGeom>
          <a:solidFill>
            <a:srgbClr val="2563EB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我们的做法：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给AI划好'能走的路'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Stanford CS224V 理念一致</a:t>
            </a:r>
            <a:endParaRPr lang="en-US" sz="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"计算思维 + 大模型"——用精确算法约束AI</a:t>
            </a:r>
            <a:pPr indent="0" marL="0">
              <a:buNone/>
            </a:pPr>
            <a:endParaRPr lang="en-US" sz="400" dirty="0"/>
          </a:p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参考：WikiChat → 多步校验达 97% 准确率</a:t>
            </a:r>
            <a:endParaRPr lang="en-US" sz="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多Agent协作的系统长这样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五个Agent · 分工明确 · 链路可追踪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8016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意图解析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28016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混合检索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BGE+BM25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31920" y="1371600"/>
            <a:ext cx="128016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本体对齐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Alignment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669280" y="1371600"/>
            <a:ext cx="128016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约束推理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Reasoning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06640" y="1371600"/>
            <a:ext cx="128016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一致性校验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7452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1188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12801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560320"/>
            <a:ext cx="128016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697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理解用户意图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解析查询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2560320"/>
            <a:ext cx="12801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94560" y="2560320"/>
            <a:ext cx="128016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697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语义+关键词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双路查找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2560320"/>
            <a:ext cx="12801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31920" y="2560320"/>
            <a:ext cx="12801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2697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映射实体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到知识结构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2560320"/>
            <a:ext cx="12801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0" y="2560320"/>
            <a:ext cx="12801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2697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执行推理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路径裁剪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06640" y="2560320"/>
            <a:ext cx="12801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06640" y="2560320"/>
            <a:ext cx="12801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2697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校验三元组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白名单过滤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技术栈：Qwen 大模型 | LoRA 微调 | vLLM 推理加速 | LangGraph 编排 | Neo4j 知识库 | BGE + ES 检索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效果说话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Ontology-RAG vs 标准RAG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对比维度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标准RAG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Ontology-RAG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检索准确率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基准水平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明显提升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推理一致性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不稳定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清晰可追溯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幻觉抑制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效果有限 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系统性降低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可解释性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黑盒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链式验证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领域适应性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知识可定制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预测精度 &gt;95%  — 多个工程数据集验证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对比标准RAG全面领先 — 已交付生产环境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记住这三句话就够了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大模型本身并不可靠——给它正确的知识边界，它才可靠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4688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幻觉是基因里带的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LLM是猜词游戏，不是查数据库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et al., 2020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22860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2860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4688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RAG有用，但不够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用了RAG仍有51%的错误率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/ Stanford 2025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22860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2860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24688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本体约束是进阶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让推理可解释、可裁剪、可验证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Layer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从用AI替代物理仿真 → 用本体约束大模型：把领域知识嵌入模型推理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下一步往哪走？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自主检索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让AI自己判断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"什么时候该去查资料"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而不是每次都检索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1945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 et al., 2023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71600"/>
            <a:ext cx="256032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Graph-RAG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图谱检索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在知识图谱上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做更精准的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结构化检索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3383280"/>
            <a:ext cx="21945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et al., 2024 (Microsoft)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2560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可解释推理链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Chain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每步推理都记录下来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可追溯、可审计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不再是黑盒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383280"/>
            <a:ext cx="21945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CS224V (Lam, 2025)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从"给AI材料"到"给AI规则"——让AI既"懂知识"，又"守规矩"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B6D4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欢迎提问交流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548640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"让大模型变得可靠，关键不是把它做得更大——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而是给它正确的知识和正确的边界。"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大模型幻觉问题与知识增强技术——从检索到约束：让AI学会守规矩</dc:title>
  <dc:subject>PptxGenJS Presentation</dc:subject>
  <dc:creator>Your Name</dc:creator>
  <cp:lastModifiedBy>Your Name</cp:lastModifiedBy>
  <cp:revision>1</cp:revision>
  <dcterms:created xsi:type="dcterms:W3CDTF">2026-06-30T14:26:19Z</dcterms:created>
  <dcterms:modified xsi:type="dcterms:W3CDTF">2026-06-30T14:26:19Z</dcterms:modified>
</cp:coreProperties>
</file>