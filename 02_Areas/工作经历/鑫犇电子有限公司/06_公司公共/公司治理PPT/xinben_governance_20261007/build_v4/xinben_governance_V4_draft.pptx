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01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02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03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04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05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06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组织架构与决策边界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正式组织与职责依据 OneDrive 受控资料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惠州市鑫犇电子有限公司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董事长｜总经理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生产部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862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品质部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720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营运部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行政部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10789920" cy="5029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财务部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07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08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部门职责地图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正式组织与职责依据 OneDrive 受控资料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生产部：工程/冲压/清洗/模具维修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品质部：制程巡检/成品出货检验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营运部：业务/采购/仓储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862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行政部：人事/后勤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720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财务部：会计/出纳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09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10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11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授权审批矩阵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正式组织与职责依据 OneDrive 受控资料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订单评审｜A：营运部｜C：专业部门（事前咨询）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采购与付款｜R：采购/财务｜A：按正式授权文件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文件发布与异常｜经办、咨询、批准分列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12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13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14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15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16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17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18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19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20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21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22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23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24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25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26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27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28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29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30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31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32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部门协同 RACI 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正式组织与职责依据 OneDrive 受控资料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采购验收：R 品质部；仓储收货协同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付款：R 财务部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D3D"/>
                </a:solidFill>
                <a:latin typeface="Microsoft YaHei"/>
              </a:defRPr>
            </a:pPr>
            <a:r>
              <a:t>每行一个 A；C=事前咨询；I=知会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33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34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35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36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治理页面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治理框架、部门协同与内控说明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核心机制</a:t>
            </a:r>
            <a:br/>
            <a:br/>
            <a:r>
              <a:t>责任、流程、记录与复盘形成闭环。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事实边界</a:t>
            </a:r>
            <a:br/>
            <a:br/>
            <a:r>
              <a:t>未正式发布内容标注：待确认/拟建立。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落地提示</a:t>
            </a:r>
            <a:br/>
            <a:br/>
            <a:r>
              <a:t>具体执行以正式制度、授权文件和表单为准。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鑫犇电子公司治理与部门协同管理体系｜修正版草稿｜以正式授权文件为准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